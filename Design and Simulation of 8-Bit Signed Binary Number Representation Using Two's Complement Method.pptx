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7653EC-6BE2-4E19-B64E-1147D7652C6B}" v="275" dt="2026-08-26T08:26:35.316"/>
    <p1510:client id="{0BBCBBFC-22CF-3E35-19C6-2F34BFD0B4BF}" v="4" dt="2026-08-26T07:38:00.250"/>
    <p1510:client id="{6E04416B-C6FB-4CE9-962C-7C4AE293D16B}" v="215" dt="2026-08-26T07:29:33.823"/>
    <p1510:client id="{6F6CD1B9-2D83-819C-BA1C-0D24A7768AF5}" v="70" dt="2026-08-26T16:23:03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BBCBBFC-22CF-3E35-19C6-2F34BFD0B4BF}"/>
    <pc:docChg chg="modSld">
      <pc:chgData name="Guest User" userId="" providerId="Windows Live" clId="Web-{0BBCBBFC-22CF-3E35-19C6-2F34BFD0B4BF}" dt="2026-08-26T07:38:00.250" v="3"/>
      <pc:docMkLst>
        <pc:docMk/>
      </pc:docMkLst>
      <pc:sldChg chg="modTransition">
        <pc:chgData name="Guest User" userId="" providerId="Windows Live" clId="Web-{0BBCBBFC-22CF-3E35-19C6-2F34BFD0B4BF}" dt="2026-08-26T07:38:00.250" v="3"/>
        <pc:sldMkLst>
          <pc:docMk/>
          <pc:sldMk cId="0" sldId="256"/>
        </pc:sldMkLst>
      </pc:sldChg>
      <pc:sldChg chg="modTransition">
        <pc:chgData name="Guest User" userId="" providerId="Windows Live" clId="Web-{0BBCBBFC-22CF-3E35-19C6-2F34BFD0B4BF}" dt="2026-08-26T07:37:14.686" v="2"/>
        <pc:sldMkLst>
          <pc:docMk/>
          <pc:sldMk cId="0" sldId="258"/>
        </pc:sldMkLst>
      </pc:sldChg>
      <pc:sldChg chg="modTransition">
        <pc:chgData name="Guest User" userId="" providerId="Windows Live" clId="Web-{0BBCBBFC-22CF-3E35-19C6-2F34BFD0B4BF}" dt="2026-08-26T07:36:28.090" v="0"/>
        <pc:sldMkLst>
          <pc:docMk/>
          <pc:sldMk cId="0" sldId="259"/>
        </pc:sldMkLst>
      </pc:sldChg>
    </pc:docChg>
  </pc:docChgLst>
  <pc:docChgLst>
    <pc:chgData name="Varun Choudhary" userId="295022f884dfe00a" providerId="Windows Live" clId="Web-{6E04416B-C6FB-4CE9-962C-7C4AE293D16B}"/>
    <pc:docChg chg="addSld delSld modSld sldOrd">
      <pc:chgData name="Varun Choudhary" userId="295022f884dfe00a" providerId="Windows Live" clId="Web-{6E04416B-C6FB-4CE9-962C-7C4AE293D16B}" dt="2026-08-26T07:29:33.823" v="136"/>
      <pc:docMkLst>
        <pc:docMk/>
      </pc:docMkLst>
      <pc:sldChg chg="addSp delSp modSp modTransition addAnim">
        <pc:chgData name="Varun Choudhary" userId="295022f884dfe00a" providerId="Windows Live" clId="Web-{6E04416B-C6FB-4CE9-962C-7C4AE293D16B}" dt="2026-08-26T07:29:33.823" v="136"/>
        <pc:sldMkLst>
          <pc:docMk/>
          <pc:sldMk cId="0" sldId="256"/>
        </pc:sldMkLst>
        <pc:spChg chg="del">
          <ac:chgData name="Varun Choudhary" userId="295022f884dfe00a" providerId="Windows Live" clId="Web-{6E04416B-C6FB-4CE9-962C-7C4AE293D16B}" dt="2026-08-26T07:17:09.597" v="4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Varun Choudhary" userId="295022f884dfe00a" providerId="Windows Live" clId="Web-{6E04416B-C6FB-4CE9-962C-7C4AE293D16B}" dt="2026-08-26T07:17:09.254" v="3"/>
          <ac:spMkLst>
            <pc:docMk/>
            <pc:sldMk cId="0" sldId="256"/>
            <ac:spMk id="14" creationId="{00000000-0000-0000-0000-000000000000}"/>
          </ac:spMkLst>
        </pc:spChg>
        <pc:spChg chg="mod">
          <ac:chgData name="Varun Choudhary" userId="295022f884dfe00a" providerId="Windows Live" clId="Web-{6E04416B-C6FB-4CE9-962C-7C4AE293D16B}" dt="2026-08-26T07:19:08.255" v="14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Varun Choudhary" userId="295022f884dfe00a" providerId="Windows Live" clId="Web-{6E04416B-C6FB-4CE9-962C-7C4AE293D16B}" dt="2026-08-26T07:19:14.677" v="16" actId="1076"/>
          <ac:spMkLst>
            <pc:docMk/>
            <pc:sldMk cId="0" sldId="256"/>
            <ac:spMk id="16" creationId="{00000000-0000-0000-0000-000000000000}"/>
          </ac:spMkLst>
        </pc:spChg>
        <pc:spChg chg="add del">
          <ac:chgData name="Varun Choudhary" userId="295022f884dfe00a" providerId="Windows Live" clId="Web-{6E04416B-C6FB-4CE9-962C-7C4AE293D16B}" dt="2026-08-26T07:18:39.786" v="8"/>
          <ac:spMkLst>
            <pc:docMk/>
            <pc:sldMk cId="0" sldId="256"/>
            <ac:spMk id="17" creationId="{5E652A45-546A-5A5E-026D-391FD2F89D0C}"/>
          </ac:spMkLst>
        </pc:spChg>
        <pc:spChg chg="add mod">
          <ac:chgData name="Varun Choudhary" userId="295022f884dfe00a" providerId="Windows Live" clId="Web-{6E04416B-C6FB-4CE9-962C-7C4AE293D16B}" dt="2026-08-26T07:27:52.088" v="135" actId="20577"/>
          <ac:spMkLst>
            <pc:docMk/>
            <pc:sldMk cId="0" sldId="256"/>
            <ac:spMk id="18" creationId="{2B0715B4-5146-E0AF-EA7B-BF8C246F90A8}"/>
          </ac:spMkLst>
        </pc:spChg>
        <pc:picChg chg="del">
          <ac:chgData name="Varun Choudhary" userId="295022f884dfe00a" providerId="Windows Live" clId="Web-{6E04416B-C6FB-4CE9-962C-7C4AE293D16B}" dt="2026-08-26T07:18:16.848" v="5"/>
          <ac:picMkLst>
            <pc:docMk/>
            <pc:sldMk cId="0" sldId="256"/>
            <ac:picMk id="3" creationId="{00000000-0000-0000-0000-000000000000}"/>
          </ac:picMkLst>
        </pc:picChg>
        <pc:picChg chg="mod">
          <ac:chgData name="Varun Choudhary" userId="295022f884dfe00a" providerId="Windows Live" clId="Web-{6E04416B-C6FB-4CE9-962C-7C4AE293D16B}" dt="2026-08-26T07:19:24.302" v="19" actId="1076"/>
          <ac:picMkLst>
            <pc:docMk/>
            <pc:sldMk cId="0" sldId="256"/>
            <ac:picMk id="6" creationId="{00000000-0000-0000-0000-000000000000}"/>
          </ac:picMkLst>
        </pc:picChg>
        <pc:picChg chg="mod">
          <ac:chgData name="Varun Choudhary" userId="295022f884dfe00a" providerId="Windows Live" clId="Web-{6E04416B-C6FB-4CE9-962C-7C4AE293D16B}" dt="2026-08-26T07:21:30.537" v="103" actId="1076"/>
          <ac:picMkLst>
            <pc:docMk/>
            <pc:sldMk cId="0" sldId="256"/>
            <ac:picMk id="7" creationId="{00000000-0000-0000-0000-000000000000}"/>
          </ac:picMkLst>
        </pc:picChg>
        <pc:picChg chg="mod">
          <ac:chgData name="Varun Choudhary" userId="295022f884dfe00a" providerId="Windows Live" clId="Web-{6E04416B-C6FB-4CE9-962C-7C4AE293D16B}" dt="2026-08-26T07:18:20.426" v="6" actId="1076"/>
          <ac:picMkLst>
            <pc:docMk/>
            <pc:sldMk cId="0" sldId="256"/>
            <ac:picMk id="10" creationId="{00000000-0000-0000-0000-000000000000}"/>
          </ac:picMkLst>
        </pc:picChg>
      </pc:sldChg>
      <pc:sldChg chg="modSp modTransition">
        <pc:chgData name="Varun Choudhary" userId="295022f884dfe00a" providerId="Windows Live" clId="Web-{6E04416B-C6FB-4CE9-962C-7C4AE293D16B}" dt="2026-08-26T07:24:37.289" v="113"/>
        <pc:sldMkLst>
          <pc:docMk/>
          <pc:sldMk cId="0" sldId="257"/>
        </pc:sldMkLst>
        <pc:spChg chg="mod">
          <ac:chgData name="Varun Choudhary" userId="295022f884dfe00a" providerId="Windows Live" clId="Web-{6E04416B-C6FB-4CE9-962C-7C4AE293D16B}" dt="2026-08-26T07:22:30.100" v="107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Transition">
        <pc:chgData name="Varun Choudhary" userId="295022f884dfe00a" providerId="Windows Live" clId="Web-{6E04416B-C6FB-4CE9-962C-7C4AE293D16B}" dt="2026-08-26T07:24:46.727" v="114"/>
        <pc:sldMkLst>
          <pc:docMk/>
          <pc:sldMk cId="0" sldId="258"/>
        </pc:sldMkLst>
      </pc:sldChg>
      <pc:sldChg chg="modTransition">
        <pc:chgData name="Varun Choudhary" userId="295022f884dfe00a" providerId="Windows Live" clId="Web-{6E04416B-C6FB-4CE9-962C-7C4AE293D16B}" dt="2026-08-26T07:27:05.791" v="128"/>
        <pc:sldMkLst>
          <pc:docMk/>
          <pc:sldMk cId="0" sldId="259"/>
        </pc:sldMkLst>
      </pc:sldChg>
      <pc:sldChg chg="del">
        <pc:chgData name="Varun Choudhary" userId="295022f884dfe00a" providerId="Windows Live" clId="Web-{6E04416B-C6FB-4CE9-962C-7C4AE293D16B}" dt="2026-08-26T07:16:57.425" v="1"/>
        <pc:sldMkLst>
          <pc:docMk/>
          <pc:sldMk cId="0" sldId="260"/>
        </pc:sldMkLst>
      </pc:sldChg>
      <pc:sldChg chg="addSp modSp new ord modTransition">
        <pc:chgData name="Varun Choudhary" userId="295022f884dfe00a" providerId="Windows Live" clId="Web-{6E04416B-C6FB-4CE9-962C-7C4AE293D16B}" dt="2026-08-26T07:26:22.993" v="127"/>
        <pc:sldMkLst>
          <pc:docMk/>
          <pc:sldMk cId="3004180448" sldId="260"/>
        </pc:sldMkLst>
        <pc:spChg chg="add mod">
          <ac:chgData name="Varun Choudhary" userId="295022f884dfe00a" providerId="Windows Live" clId="Web-{6E04416B-C6FB-4CE9-962C-7C4AE293D16B}" dt="2026-08-26T07:25:59.102" v="124" actId="20577"/>
          <ac:spMkLst>
            <pc:docMk/>
            <pc:sldMk cId="3004180448" sldId="260"/>
            <ac:spMk id="3" creationId="{B428DBC6-B1D5-C8F0-AF5E-4DD9263927AC}"/>
          </ac:spMkLst>
        </pc:spChg>
        <pc:picChg chg="add mod">
          <ac:chgData name="Varun Choudhary" userId="295022f884dfe00a" providerId="Windows Live" clId="Web-{6E04416B-C6FB-4CE9-962C-7C4AE293D16B}" dt="2026-08-26T07:26:06.306" v="126" actId="14100"/>
          <ac:picMkLst>
            <pc:docMk/>
            <pc:sldMk cId="3004180448" sldId="260"/>
            <ac:picMk id="2" creationId="{082FE4D2-5C19-6C3F-8DF7-F1CD6C2D1D39}"/>
          </ac:picMkLst>
        </pc:picChg>
      </pc:sldChg>
      <pc:sldChg chg="del">
        <pc:chgData name="Varun Choudhary" userId="295022f884dfe00a" providerId="Windows Live" clId="Web-{6E04416B-C6FB-4CE9-962C-7C4AE293D16B}" dt="2026-08-26T07:13:42.626" v="0"/>
        <pc:sldMkLst>
          <pc:docMk/>
          <pc:sldMk cId="0" sldId="261"/>
        </pc:sldMkLst>
      </pc:sldChg>
    </pc:docChg>
  </pc:docChgLst>
  <pc:docChgLst>
    <pc:chgData name="Varun Choudhary" userId="295022f884dfe00a" providerId="Windows Live" clId="Web-{0B7653EC-6BE2-4E19-B64E-1147D7652C6B}"/>
    <pc:docChg chg="mod addSld delSld modSld addMainMaster delMainMaster">
      <pc:chgData name="Varun Choudhary" userId="295022f884dfe00a" providerId="Windows Live" clId="Web-{0B7653EC-6BE2-4E19-B64E-1147D7652C6B}" dt="2026-08-26T08:26:31.645" v="161" actId="20577"/>
      <pc:docMkLst>
        <pc:docMk/>
      </pc:docMkLst>
      <pc:sldChg chg="modSp mod modClrScheme chgLayout">
        <pc:chgData name="Varun Choudhary" userId="295022f884dfe00a" providerId="Windows Live" clId="Web-{0B7653EC-6BE2-4E19-B64E-1147D7652C6B}" dt="2026-08-26T08:26:31.645" v="161" actId="20577"/>
        <pc:sldMkLst>
          <pc:docMk/>
          <pc:sldMk cId="0" sldId="256"/>
        </pc:sldMkLst>
        <pc:spChg chg="mod">
          <ac:chgData name="Varun Choudhary" userId="295022f884dfe00a" providerId="Windows Live" clId="Web-{0B7653EC-6BE2-4E19-B64E-1147D7652C6B}" dt="2026-08-26T08:21:14.750" v="151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Varun Choudhary" userId="295022f884dfe00a" providerId="Windows Live" clId="Web-{0B7653EC-6BE2-4E19-B64E-1147D7652C6B}" dt="2026-08-26T08:26:31.645" v="161" actId="20577"/>
          <ac:spMkLst>
            <pc:docMk/>
            <pc:sldMk cId="0" sldId="256"/>
            <ac:spMk id="18" creationId="{2B0715B4-5146-E0AF-EA7B-BF8C246F90A8}"/>
          </ac:spMkLst>
        </pc:spChg>
      </pc:sldChg>
      <pc:sldChg chg="mod modClrScheme chgLayout">
        <pc:chgData name="Varun Choudhary" userId="295022f884dfe00a" providerId="Windows Live" clId="Web-{0B7653EC-6BE2-4E19-B64E-1147D7652C6B}" dt="2026-08-26T08:19:32.811" v="128"/>
        <pc:sldMkLst>
          <pc:docMk/>
          <pc:sldMk cId="0" sldId="257"/>
        </pc:sldMkLst>
      </pc:sldChg>
      <pc:sldChg chg="delSp modSp mod modClrScheme chgLayout">
        <pc:chgData name="Varun Choudhary" userId="295022f884dfe00a" providerId="Windows Live" clId="Web-{0B7653EC-6BE2-4E19-B64E-1147D7652C6B}" dt="2026-08-26T08:19:32.811" v="128"/>
        <pc:sldMkLst>
          <pc:docMk/>
          <pc:sldMk cId="0" sldId="258"/>
        </pc:sldMkLst>
        <pc:spChg chg="del mod">
          <ac:chgData name="Varun Choudhary" userId="295022f884dfe00a" providerId="Windows Live" clId="Web-{0B7653EC-6BE2-4E19-B64E-1147D7652C6B}" dt="2026-08-26T08:14:05.791" v="88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Varun Choudhary" userId="295022f884dfe00a" providerId="Windows Live" clId="Web-{0B7653EC-6BE2-4E19-B64E-1147D7652C6B}" dt="2026-08-26T08:14:01.603" v="8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Varun Choudhary" userId="295022f884dfe00a" providerId="Windows Live" clId="Web-{0B7653EC-6BE2-4E19-B64E-1147D7652C6B}" dt="2026-08-26T08:16:54.105" v="94" actId="20577"/>
          <ac:spMkLst>
            <pc:docMk/>
            <pc:sldMk cId="0" sldId="258"/>
            <ac:spMk id="18" creationId="{00000000-0000-0000-0000-000000000000}"/>
          </ac:spMkLst>
        </pc:spChg>
        <pc:picChg chg="mod">
          <ac:chgData name="Varun Choudhary" userId="295022f884dfe00a" providerId="Windows Live" clId="Web-{0B7653EC-6BE2-4E19-B64E-1147D7652C6B}" dt="2026-08-26T08:14:24.760" v="91" actId="1076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Varun Choudhary" userId="295022f884dfe00a" providerId="Windows Live" clId="Web-{0B7653EC-6BE2-4E19-B64E-1147D7652C6B}" dt="2026-08-26T08:16:45.699" v="92" actId="1076"/>
          <ac:picMkLst>
            <pc:docMk/>
            <pc:sldMk cId="0" sldId="258"/>
            <ac:picMk id="5" creationId="{00000000-0000-0000-0000-000000000000}"/>
          </ac:picMkLst>
        </pc:picChg>
        <pc:picChg chg="del">
          <ac:chgData name="Varun Choudhary" userId="295022f884dfe00a" providerId="Windows Live" clId="Web-{0B7653EC-6BE2-4E19-B64E-1147D7652C6B}" dt="2026-08-26T08:13:39.103" v="61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Varun Choudhary" userId="295022f884dfe00a" providerId="Windows Live" clId="Web-{0B7653EC-6BE2-4E19-B64E-1147D7652C6B}" dt="2026-08-26T08:14:12.431" v="89" actId="1076"/>
          <ac:picMkLst>
            <pc:docMk/>
            <pc:sldMk cId="0" sldId="258"/>
            <ac:picMk id="17" creationId="{00000000-0000-0000-0000-000000000000}"/>
          </ac:picMkLst>
        </pc:picChg>
      </pc:sldChg>
      <pc:sldChg chg="addSp delSp modSp mod modClrScheme chgLayout">
        <pc:chgData name="Varun Choudhary" userId="295022f884dfe00a" providerId="Windows Live" clId="Web-{0B7653EC-6BE2-4E19-B64E-1147D7652C6B}" dt="2026-08-26T08:19:32.811" v="128"/>
        <pc:sldMkLst>
          <pc:docMk/>
          <pc:sldMk cId="0" sldId="259"/>
        </pc:sldMkLst>
        <pc:spChg chg="mod">
          <ac:chgData name="Varun Choudhary" userId="295022f884dfe00a" providerId="Windows Live" clId="Web-{0B7653EC-6BE2-4E19-B64E-1147D7652C6B}" dt="2026-08-26T08:09:52.709" v="39" actId="20577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Varun Choudhary" userId="295022f884dfe00a" providerId="Windows Live" clId="Web-{0B7653EC-6BE2-4E19-B64E-1147D7652C6B}" dt="2026-08-26T08:10:44.303" v="51"/>
          <ac:spMkLst>
            <pc:docMk/>
            <pc:sldMk cId="0" sldId="259"/>
            <ac:spMk id="7" creationId="{00000000-0000-0000-0000-000000000000}"/>
          </ac:spMkLst>
        </pc:spChg>
        <pc:spChg chg="add del mod">
          <ac:chgData name="Varun Choudhary" userId="295022f884dfe00a" providerId="Windows Live" clId="Web-{0B7653EC-6BE2-4E19-B64E-1147D7652C6B}" dt="2026-08-26T08:11:00.851" v="54" actId="1076"/>
          <ac:spMkLst>
            <pc:docMk/>
            <pc:sldMk cId="0" sldId="259"/>
            <ac:spMk id="8" creationId="{00000000-0000-0000-0000-000000000000}"/>
          </ac:spMkLst>
        </pc:spChg>
        <pc:picChg chg="del">
          <ac:chgData name="Varun Choudhary" userId="295022f884dfe00a" providerId="Windows Live" clId="Web-{0B7653EC-6BE2-4E19-B64E-1147D7652C6B}" dt="2026-08-26T08:07:25.879" v="0"/>
          <ac:picMkLst>
            <pc:docMk/>
            <pc:sldMk cId="0" sldId="259"/>
            <ac:picMk id="9" creationId="{00000000-0000-0000-0000-000000000000}"/>
          </ac:picMkLst>
        </pc:picChg>
        <pc:picChg chg="mod">
          <ac:chgData name="Varun Choudhary" userId="295022f884dfe00a" providerId="Windows Live" clId="Web-{0B7653EC-6BE2-4E19-B64E-1147D7652C6B}" dt="2026-08-26T08:10:50.382" v="52" actId="14100"/>
          <ac:picMkLst>
            <pc:docMk/>
            <pc:sldMk cId="0" sldId="259"/>
            <ac:picMk id="12" creationId="{00000000-0000-0000-0000-000000000000}"/>
          </ac:picMkLst>
        </pc:picChg>
        <pc:picChg chg="mod">
          <ac:chgData name="Varun Choudhary" userId="295022f884dfe00a" providerId="Windows Live" clId="Web-{0B7653EC-6BE2-4E19-B64E-1147D7652C6B}" dt="2026-08-26T08:10:54.741" v="53" actId="1076"/>
          <ac:picMkLst>
            <pc:docMk/>
            <pc:sldMk cId="0" sldId="259"/>
            <ac:picMk id="13" creationId="{00000000-0000-0000-0000-000000000000}"/>
          </ac:picMkLst>
        </pc:picChg>
        <pc:picChg chg="add del mod">
          <ac:chgData name="Varun Choudhary" userId="295022f884dfe00a" providerId="Windows Live" clId="Web-{0B7653EC-6BE2-4E19-B64E-1147D7652C6B}" dt="2026-08-26T08:12:33.696" v="55"/>
          <ac:picMkLst>
            <pc:docMk/>
            <pc:sldMk cId="0" sldId="259"/>
            <ac:picMk id="15" creationId="{F945F28F-C58A-1B65-490B-140B6FB9C445}"/>
          </ac:picMkLst>
        </pc:picChg>
        <pc:picChg chg="add mod">
          <ac:chgData name="Varun Choudhary" userId="295022f884dfe00a" providerId="Windows Live" clId="Web-{0B7653EC-6BE2-4E19-B64E-1147D7652C6B}" dt="2026-08-26T08:12:58.149" v="60" actId="1076"/>
          <ac:picMkLst>
            <pc:docMk/>
            <pc:sldMk cId="0" sldId="259"/>
            <ac:picMk id="16" creationId="{554EAC79-C4D2-8B2E-1B57-094020BC15B2}"/>
          </ac:picMkLst>
        </pc:picChg>
      </pc:sldChg>
      <pc:sldChg chg="mod modClrScheme chgLayout">
        <pc:chgData name="Varun Choudhary" userId="295022f884dfe00a" providerId="Windows Live" clId="Web-{0B7653EC-6BE2-4E19-B64E-1147D7652C6B}" dt="2026-08-26T08:19:32.811" v="128"/>
        <pc:sldMkLst>
          <pc:docMk/>
          <pc:sldMk cId="3004180448" sldId="260"/>
        </pc:sldMkLst>
      </pc:sldChg>
      <pc:sldChg chg="modSp new del mod setBg modClrScheme chgLayout">
        <pc:chgData name="Varun Choudhary" userId="295022f884dfe00a" providerId="Windows Live" clId="Web-{0B7653EC-6BE2-4E19-B64E-1147D7652C6B}" dt="2026-08-26T08:20:31.421" v="150"/>
        <pc:sldMkLst>
          <pc:docMk/>
          <pc:sldMk cId="498466126" sldId="261"/>
        </pc:sldMkLst>
        <pc:spChg chg="mod ord">
          <ac:chgData name="Varun Choudhary" userId="295022f884dfe00a" providerId="Windows Live" clId="Web-{0B7653EC-6BE2-4E19-B64E-1147D7652C6B}" dt="2026-08-26T08:20:27.968" v="149" actId="20577"/>
          <ac:spMkLst>
            <pc:docMk/>
            <pc:sldMk cId="498466126" sldId="261"/>
            <ac:spMk id="2" creationId="{77A6B271-1CA9-A61D-BB6F-3F6679F6C471}"/>
          </ac:spMkLst>
        </pc:spChg>
      </pc:sldChg>
      <pc:sldMasterChg chg="del delSldLayout">
        <pc:chgData name="Varun Choudhary" userId="295022f884dfe00a" providerId="Windows Live" clId="Web-{0B7653EC-6BE2-4E19-B64E-1147D7652C6B}" dt="2026-08-26T08:19:32.811" v="128"/>
        <pc:sldMasterMkLst>
          <pc:docMk/>
          <pc:sldMasterMk cId="2209977519" sldId="2147483648"/>
        </pc:sldMasterMkLst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Varun Choudhary" userId="295022f884dfe00a" providerId="Windows Live" clId="Web-{0B7653EC-6BE2-4E19-B64E-1147D7652C6B}" dt="2026-08-26T08:19:32.811" v="128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addSldLayout modSldLayout">
        <pc:chgData name="Varun Choudhary" userId="295022f884dfe00a" providerId="Windows Live" clId="Web-{0B7653EC-6BE2-4E19-B64E-1147D7652C6B}" dt="2026-08-26T08:19:32.811" v="128"/>
        <pc:sldMasterMkLst>
          <pc:docMk/>
          <pc:sldMasterMk cId="2570937950" sldId="2147483660"/>
        </pc:sldMasterMkLst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4230078530" sldId="2147483661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880172576" sldId="2147483662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546064043" sldId="2147483663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493446644" sldId="2147483664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807187341" sldId="2147483665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4180285471" sldId="2147483666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145273874" sldId="2147483667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2582947968" sldId="2147483668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410388465" sldId="2147483669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427688791" sldId="2147483670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366469897" sldId="2147483671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2078648153" sldId="2147483672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3251854393" sldId="2147483673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3723801075" sldId="2147483674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514172100" sldId="2147483675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963194051" sldId="2147483676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780877270" sldId="2147483677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3242263498" sldId="2147483678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2307825582" sldId="2147483679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2334503288" sldId="2147483680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2627076594" sldId="2147483681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4240572122" sldId="2147483682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2436854378" sldId="2147483683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2311946601" sldId="2147483684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3316756769" sldId="2147483685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663269402" sldId="2147483686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86295580" sldId="2147483687"/>
          </pc:sldLayoutMkLst>
        </pc:sldLayoutChg>
        <pc:sldLayoutChg chg="add mod replId">
          <pc:chgData name="Varun Choudhary" userId="295022f884dfe00a" providerId="Windows Live" clId="Web-{0B7653EC-6BE2-4E19-B64E-1147D7652C6B}" dt="2026-08-26T08:19:32.811" v="128"/>
          <pc:sldLayoutMkLst>
            <pc:docMk/>
            <pc:sldMasterMk cId="2570937950" sldId="2147483660"/>
            <pc:sldLayoutMk cId="1895037443" sldId="2147483688"/>
          </pc:sldLayoutMkLst>
        </pc:sldLayoutChg>
      </pc:sldMasterChg>
    </pc:docChg>
  </pc:docChgLst>
  <pc:docChgLst>
    <pc:chgData name="Guest User" providerId="Windows Live" clId="Web-{6F6CD1B9-2D83-819C-BA1C-0D24A7768AF5}"/>
    <pc:docChg chg="modSld">
      <pc:chgData name="Guest User" userId="" providerId="Windows Live" clId="Web-{6F6CD1B9-2D83-819C-BA1C-0D24A7768AF5}" dt="2026-08-26T16:23:03.445" v="36" actId="20577"/>
      <pc:docMkLst>
        <pc:docMk/>
      </pc:docMkLst>
      <pc:sldChg chg="modSp">
        <pc:chgData name="Guest User" userId="" providerId="Windows Live" clId="Web-{6F6CD1B9-2D83-819C-BA1C-0D24A7768AF5}" dt="2026-08-26T16:23:03.445" v="36" actId="20577"/>
        <pc:sldMkLst>
          <pc:docMk/>
          <pc:sldMk cId="0" sldId="256"/>
        </pc:sldMkLst>
        <pc:spChg chg="mod">
          <ac:chgData name="Guest User" userId="" providerId="Windows Live" clId="Web-{6F6CD1B9-2D83-819C-BA1C-0D24A7768AF5}" dt="2026-08-26T16:23:03.445" v="36" actId="20577"/>
          <ac:spMkLst>
            <pc:docMk/>
            <pc:sldMk cId="0" sldId="256"/>
            <ac:spMk id="18" creationId="{2B0715B4-5146-E0AF-EA7B-BF8C246F90A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078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7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064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344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187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028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527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2947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388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688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46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78648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1854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801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172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194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0877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2263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8255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4503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076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40572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6854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9466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167567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2694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955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FigureOut">
              <a:rPr lang="en-US" dirty="0"/>
              <a:pPr/>
              <a:t>8/26/2026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937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 userDrawn="1">
          <p15:clr>
            <a:srgbClr val="F26B43"/>
          </p15:clr>
        </p15:guide>
        <p15:guide id="22" orient="horz" pos="2160" userDrawn="1">
          <p15:clr>
            <a:srgbClr val="F26B43"/>
          </p15:clr>
        </p15:guide>
        <p15:guide id="23" pos="4800" userDrawn="1">
          <p15:clr>
            <a:srgbClr val="F26B43"/>
          </p15:clr>
        </p15:guide>
        <p15:guide id="24" orient="horz" pos="480" userDrawn="1">
          <p15:clr>
            <a:srgbClr val="F26B43"/>
          </p15:clr>
        </p15:guide>
        <p15:guide id="25" orient="horz" pos="864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pos="3840" userDrawn="1">
          <p15:clr>
            <a:srgbClr val="F26B43"/>
          </p15:clr>
        </p15:guide>
        <p15:guide id="28" pos="240" userDrawn="1">
          <p15:clr>
            <a:srgbClr val="F26B43"/>
          </p15:clr>
        </p15:guide>
        <p15:guide id="29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4free.org/photo/2921/thank-you.html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257526"/>
            <a:ext cx="11029950" cy="933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505176"/>
            <a:ext cx="354955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377" y="4505175"/>
            <a:ext cx="3612329" cy="18548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0398" y="4505176"/>
            <a:ext cx="354955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7739" y="1719943"/>
            <a:ext cx="11581447" cy="12054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657"/>
              </a:lnSpc>
            </a:pPr>
            <a:r>
              <a:rPr lang="en-US" sz="4050" dirty="0">
                <a:solidFill>
                  <a:srgbClr val="FFFFFF"/>
                </a:solidFill>
                <a:ea typeface="+mn-lt"/>
                <a:cs typeface="+mn-lt"/>
              </a:rPr>
              <a:t>Design and Simulation of </a:t>
            </a:r>
            <a:r>
              <a:rPr lang="en-US" sz="4050" dirty="0" err="1">
                <a:solidFill>
                  <a:srgbClr val="FFFFFF"/>
                </a:solidFill>
                <a:ea typeface="+mn-lt"/>
                <a:cs typeface="+mn-lt"/>
              </a:rPr>
              <a:t>8 bit</a:t>
            </a:r>
            <a:r>
              <a:rPr lang="en-US" sz="4050" dirty="0">
                <a:solidFill>
                  <a:srgbClr val="FFFFFF"/>
                </a:solidFill>
                <a:ea typeface="+mn-lt"/>
                <a:cs typeface="+mn-lt"/>
              </a:rPr>
              <a:t> Signed Binary Number Representation Using Two's Complement Method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81025" y="3583185"/>
            <a:ext cx="1102995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Using Two's Complement Method in Logisim Digital Logic Simulator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5142" y="5833997"/>
            <a:ext cx="14287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0100" y="4657576"/>
            <a:ext cx="3139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COURSE /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848076"/>
            <a:ext cx="31399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 SemiBold"/>
              </a:rPr>
              <a:t>Digital Logic Design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7364" y="4657576"/>
            <a:ext cx="3139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Inter SemiBold"/>
              </a:rPr>
              <a:t>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7364" y="4848076"/>
            <a:ext cx="31399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 SemiBold"/>
              </a:rPr>
              <a:t>Logisim Model + GitHub + Viva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0715B4-5146-E0AF-EA7B-BF8C246F90A8}"/>
              </a:ext>
            </a:extLst>
          </p:cNvPr>
          <p:cNvSpPr txBox="1"/>
          <p:nvPr/>
        </p:nvSpPr>
        <p:spPr>
          <a:xfrm>
            <a:off x="8060178" y="4616994"/>
            <a:ext cx="341709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>
                <a:solidFill>
                  <a:schemeClr val="bg1"/>
                </a:solidFill>
                <a:highlight>
                  <a:srgbClr val="131C31"/>
                </a:highlight>
                <a:ea typeface="Calibri"/>
                <a:cs typeface="Calibri"/>
              </a:rPr>
              <a:t>TEAM MEMBERS: </a:t>
            </a:r>
          </a:p>
          <a:p>
            <a:r>
              <a:rPr lang="en-GB" sz="1400" b="1" dirty="0">
                <a:highlight>
                  <a:srgbClr val="131C31"/>
                </a:highlight>
                <a:ea typeface="Calibri"/>
                <a:cs typeface="Calibri"/>
              </a:rPr>
              <a:t>VARUN CHOUDHARY_2620030156</a:t>
            </a:r>
            <a:br>
              <a:rPr lang="en-GB" sz="1400" b="1" dirty="0">
                <a:highlight>
                  <a:srgbClr val="131C31"/>
                </a:highlight>
                <a:ea typeface="Calibri"/>
                <a:cs typeface="Calibri"/>
              </a:rPr>
            </a:br>
            <a:r>
              <a:rPr lang="en-GB" sz="1400" b="1" dirty="0">
                <a:highlight>
                  <a:srgbClr val="131C31"/>
                </a:highlight>
                <a:ea typeface="Calibri"/>
                <a:cs typeface="Calibri"/>
              </a:rPr>
              <a:t>Kapil Akash 2620030182</a:t>
            </a:r>
            <a:br>
              <a:rPr lang="en-GB" sz="1400" b="1" dirty="0">
                <a:highlight>
                  <a:srgbClr val="131C31"/>
                </a:highlight>
                <a:ea typeface="Calibri"/>
                <a:cs typeface="Calibri"/>
              </a:rPr>
            </a:br>
            <a:r>
              <a:rPr lang="en-GB" sz="1400" b="1" dirty="0">
                <a:highlight>
                  <a:srgbClr val="131C31"/>
                </a:highlight>
                <a:ea typeface="Calibri"/>
                <a:cs typeface="Calibri"/>
              </a:rPr>
              <a:t>RupaSree 2620030185</a:t>
            </a:r>
            <a:br>
              <a:rPr lang="en-GB" sz="1400" b="1" dirty="0">
                <a:highlight>
                  <a:srgbClr val="131C31"/>
                </a:highlight>
                <a:ea typeface="Calibri"/>
                <a:cs typeface="Calibri"/>
              </a:rPr>
            </a:br>
            <a:r>
              <a:rPr lang="en-GB" sz="1400" b="1">
                <a:highlight>
                  <a:srgbClr val="131C31"/>
                </a:highlight>
                <a:ea typeface="Calibri"/>
                <a:cs typeface="Calibri"/>
              </a:rPr>
              <a:t>Bhanu Shanker </a:t>
            </a:r>
            <a:br>
              <a:rPr lang="en-GB" sz="1400" b="1" dirty="0">
                <a:highlight>
                  <a:srgbClr val="131C31"/>
                </a:highlight>
                <a:ea typeface="Calibri"/>
                <a:cs typeface="Calibri"/>
              </a:rPr>
            </a:br>
            <a:endParaRPr lang="en-GB" sz="1400" b="1" dirty="0">
              <a:highlight>
                <a:srgbClr val="131C31"/>
              </a:highlight>
              <a:ea typeface="Calibri"/>
              <a:cs typeface="Calibri"/>
            </a:endParaRPr>
          </a:p>
          <a:p>
            <a:endParaRPr lang="en-GB" sz="1400" b="1" dirty="0">
              <a:solidFill>
                <a:schemeClr val="bg1"/>
              </a:solidFill>
              <a:highlight>
                <a:srgbClr val="000000"/>
              </a:highlight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71700"/>
            <a:ext cx="5324475" cy="3257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414587"/>
            <a:ext cx="55906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Space Grotesk SemiBold"/>
              </a:rPr>
              <a:t>Need for Two's Complement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2824162"/>
            <a:ext cx="50196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Sign-Magnitude Limitation: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Standard sign-magnitude systems have dual zeros (+0 and -0) and require complex arithmetic hardware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748087"/>
            <a:ext cx="50196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Two's Complement Solution: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Eliminates double-zero ambiguity and enables subtraction using standard adder circuits.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672012"/>
            <a:ext cx="50196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8-Bit Range Specification: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Represents signed integers from -128 to +127 with MSB acting as the sign bit (0 = +, 1 = -).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971800"/>
            <a:ext cx="501062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Space Grotesk SemiBold"/>
              </a:rPr>
              <a:t>Project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381375"/>
            <a:ext cx="47720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1. Design a hardware-efficient 8-bit Two's Complement generator in Logisim.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4010025"/>
            <a:ext cx="47720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2. Simulate negative number generation and 8-bit signed addition/subtraction.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4638675"/>
            <a:ext cx="47720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3. Verify overflow conditions and bit-level accuracy across boundary test vectors.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2476500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47975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771900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695825"/>
            <a:ext cx="1905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485775"/>
            <a:ext cx="11581447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 u="none">
                <a:solidFill>
                  <a:srgbClr val="38BDF8"/>
                </a:solidFill>
                <a:latin typeface="Space Grotesk"/>
              </a:rPr>
              <a:t>Problem Statement</a:t>
            </a:r>
            <a:endParaRPr lang="en-US" sz="6000" b="1" i="0" u="none">
              <a:solidFill>
                <a:srgbClr val="38BDF8"/>
              </a:solidFill>
              <a:latin typeface="Space Grotesk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68" y="4597194"/>
            <a:ext cx="11029950" cy="9551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994148"/>
            <a:ext cx="3524250" cy="2514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989" y="1994148"/>
            <a:ext cx="352425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4832598"/>
            <a:ext cx="10553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Inter"/>
              </a:rPr>
              <a:t>Mathematical Formula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6705" y="5080248"/>
            <a:ext cx="2998440" cy="3455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2794248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Space Grotesk SemiBold"/>
              </a:rPr>
              <a:t>1. Inversion (1's Comp)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203823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Pass the 8-bit binary input through NOT gates (inverters) to complement all individual bits (0 → 1, 1 → 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2794248"/>
            <a:ext cx="312039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Space Grotesk SemiBold"/>
              </a:rPr>
              <a:t>2. Increment (+1 LSB)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203823"/>
            <a:ext cx="29718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Add 1 to the Least Significant Bit (LSB) using a cascaded Full Adder network with Carry-In = 1 to obtain 2's Complement.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298948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0100" y="2298948"/>
            <a:ext cx="2286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33464" y="6555262"/>
            <a:ext cx="2286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u="none">
                <a:solidFill>
                  <a:srgbClr val="38BDF8"/>
                </a:solidFill>
                <a:latin typeface="Space Grotesk"/>
              </a:rPr>
              <a:t>Design &amp; Methodology</a:t>
            </a:r>
            <a:endParaRPr lang="en-US" sz="4400" b="1" i="0" u="none">
              <a:solidFill>
                <a:srgbClr val="38BDF8"/>
              </a:solidFill>
              <a:latin typeface="Space Grotesk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072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447478"/>
            <a:ext cx="559069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Space Grotesk SemiBold"/>
              </a:rPr>
              <a:t>Simulation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2857053"/>
            <a:ext cx="50196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FFFFFF"/>
                </a:solidFill>
                <a:latin typeface="Inter SemiBold"/>
              </a:rPr>
              <a:t>8-Bit Input Pins: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User enters 8-bit binary numbers interactively.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523803"/>
            <a:ext cx="5019675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sz="1350" b="0" i="0" u="none" dirty="0">
                <a:solidFill>
                  <a:srgbClr val="FFFFFF"/>
                </a:solidFill>
                <a:latin typeface="Inter SemiBold"/>
              </a:rPr>
              <a:t>Adder Circuitry: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 8-bit Parallel Carry Adder built using </a:t>
            </a:r>
            <a:r>
              <a:rPr lang="en-GB" sz="1350">
                <a:solidFill>
                  <a:srgbClr val="E2E8F0"/>
                </a:solidFill>
                <a:latin typeface="Inter"/>
              </a:rPr>
              <a:t>Full </a:t>
            </a:r>
            <a:r>
              <a:rPr sz="1350" b="0" i="0" u="none">
                <a:solidFill>
                  <a:srgbClr val="E2E8F0"/>
                </a:solidFill>
                <a:latin typeface="Inter"/>
              </a:rPr>
              <a:t>Adders.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4171503"/>
            <a:ext cx="5019675" cy="238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FFFFFF"/>
                </a:solidFill>
                <a:latin typeface="Inter SemiBold"/>
              </a:rPr>
              <a:t>Sample Verification:</a:t>
            </a:r>
            <a:r>
              <a:rPr sz="1350" b="0" i="0" u="none" dirty="0">
                <a:solidFill>
                  <a:srgbClr val="E2E8F0"/>
                </a:solidFill>
                <a:latin typeface="Inter"/>
              </a:rPr>
              <a:t> +</a:t>
            </a:r>
            <a:r>
              <a:rPr lang="en-GB" sz="1350" dirty="0">
                <a:solidFill>
                  <a:srgbClr val="E2E8F0"/>
                </a:solidFill>
                <a:latin typeface="Inter"/>
              </a:rPr>
              <a:t>8</a:t>
            </a:r>
            <a:r>
              <a:rPr sz="135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lang="en-GB" sz="1350">
                <a:solidFill>
                  <a:srgbClr val="E2E8F0"/>
                </a:solidFill>
                <a:latin typeface="Inter"/>
              </a:rPr>
              <a:t>(00001000)</a:t>
            </a:r>
            <a:r>
              <a:rPr sz="1350" b="0" i="0" u="none" dirty="0">
                <a:solidFill>
                  <a:srgbClr val="E2E8F0"/>
                </a:solidFill>
                <a:latin typeface="Inter"/>
              </a:rPr>
              <a:t>→ -</a:t>
            </a:r>
            <a:r>
              <a:rPr lang="en-GB" sz="1350" dirty="0">
                <a:solidFill>
                  <a:srgbClr val="E2E8F0"/>
                </a:solidFill>
                <a:latin typeface="Inter"/>
              </a:rPr>
              <a:t>8</a:t>
            </a:r>
            <a:r>
              <a:rPr sz="1350" b="0" i="0" u="none" dirty="0">
                <a:solidFill>
                  <a:srgbClr val="E2E8F0"/>
                </a:solidFill>
                <a:latin typeface="Inter"/>
              </a:rPr>
              <a:t> (</a:t>
            </a:r>
            <a:r>
              <a:rPr lang="en-GB" sz="1350" dirty="0">
                <a:solidFill>
                  <a:srgbClr val="E2E8F0"/>
                </a:solidFill>
                <a:latin typeface="Inter"/>
              </a:rPr>
              <a:t>11111000)</a:t>
            </a:r>
            <a:endParaRPr sz="1350" b="0" i="0" u="none" dirty="0">
              <a:solidFill>
                <a:srgbClr val="E2E8F0"/>
              </a:solidFill>
              <a:latin typeface="Inter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880866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47616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339" y="4214366"/>
            <a:ext cx="27215" cy="1047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339" y="4173545"/>
            <a:ext cx="171450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Space Grotesk"/>
              </a:rPr>
              <a:t>Logisim Circuit &amp; Demo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4EAC79-C4D2-8B2E-1B57-094020BC15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0943" y="947057"/>
            <a:ext cx="6008915" cy="4223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2FE4D2-5C19-6C3F-8DF7-F1CD6C2D1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52400"/>
            <a:ext cx="12192000" cy="70212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28DBC6-B1D5-C8F0-AF5E-4DD9263927AC}"/>
              </a:ext>
            </a:extLst>
          </p:cNvPr>
          <p:cNvSpPr txBox="1"/>
          <p:nvPr/>
        </p:nvSpPr>
        <p:spPr>
          <a:xfrm>
            <a:off x="1524000" y="6477000"/>
            <a:ext cx="9144000" cy="317500"/>
          </a:xfrm>
          <a:prstGeom prst="rect">
            <a:avLst/>
          </a:prstGeom>
        </p:spPr>
        <p:txBody>
          <a:bodyPr lIns="91440" tIns="45720" rIns="91440" bIns="45720" anchor="t">
            <a:normAutofit fontScale="92500" lnSpcReduction="20000"/>
          </a:bodyPr>
          <a:lstStyle/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41804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Dark gradient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Dark gradi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6C0E157E-BBF9-45FB-91B2-9EEA263F6260}" vid="{4AA688F4-4384-4824-9BC0-914EFB7BEE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72</cp:revision>
  <dcterms:created xsi:type="dcterms:W3CDTF">2013-01-27T09:14:16Z</dcterms:created>
  <dcterms:modified xsi:type="dcterms:W3CDTF">2026-08-26T16:23:05Z</dcterms:modified>
  <cp:category/>
</cp:coreProperties>
</file>